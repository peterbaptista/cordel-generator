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Apresentar o título: 7 sílabas por verso e 6 versos por estrofe são a forma da sextilha, a estrofe mais comum do cordel.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~1min30. Um motivo por ideia, sem se alongar.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~1min30. Contraste: o excesso de texto da internet (tela) vira um folheto com forma fixa (cordel).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~1min. Explicar o eixo: o que se repete (a forma do cordel) e o que varia (a notícia).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"/>
            <a:ext cx="914400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7 ao 6: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Semana em Sextilha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de IA contadas em cordel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sílabas · 6 versos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288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Ideias que descartamos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1691640"/>
          </a:xfrm>
          <a:prstGeom prst="rect">
            <a:avLst/>
          </a:prstGeom>
          <a:solidFill>
            <a:srgbClr val="E5DAC1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716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325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Obituário de objetos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6916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graça está numa piada só, que se esgota rápido; seria difícil manter o interesse da turma na coleção inteira.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931920" cy="1691640"/>
          </a:xfrm>
          <a:prstGeom prst="rect">
            <a:avLst/>
          </a:prstGeom>
          <a:solidFill>
            <a:srgbClr val="E5DAC1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7160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325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Palavras fictícias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16916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referência real, é difícil dizer o que é uma palavra "boa" ou "ruim", e o critério de descarte fica fraco.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3108960"/>
            <a:ext cx="3931920" cy="1691640"/>
          </a:xfrm>
          <a:prstGeom prst="rect">
            <a:avLst/>
          </a:prstGeom>
          <a:solidFill>
            <a:srgbClr val="E5DAC1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9184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Recife em universos paralelos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76732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faz sozinha estilos prontos, como cyberpunk; sobraria pouco para explorar. E já existe o grupo do Capibaribe.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09160" y="3108960"/>
            <a:ext cx="3931920" cy="1691640"/>
          </a:xfrm>
          <a:prstGeom prst="rect">
            <a:avLst/>
          </a:prstGeom>
          <a:solidFill>
            <a:srgbClr val="E5DAC1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29184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0644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Bulas de IA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806440" y="36118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técnico e cansativo de ler, com pouca margem para aprofundar o lado artístico.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cordel?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7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e a IA produzem texto </a:t>
            </a:r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rápido e sem cuidado.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7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68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cordel também foi, historicamente, um </a:t>
            </a:r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de notícias popular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Nordeste.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7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11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proposta: 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desacelerar a leitura das notícias de IA da semana, traduzindo-as para uma forma artística e tradicional.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65760"/>
            <a:ext cx="321868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Nossa coleção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097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de IA da semana, cada uma recontada como um folheto de cordel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7091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Restrição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1343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conforme a modalidade (ex.: uma cor só, sem degradê / só sextilhas de sete sílabas)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47091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Repete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9718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do cordel: métrica e estética de xilogravura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47091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3016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Varia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63016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notícia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47091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88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Descarte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2885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estrofe fora da métrica (outros critérios em definição)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34440"/>
            <a:ext cx="3291840" cy="3026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7 ao 6: A Semana em Sextilha</dc:title>
  <dc:subject>PptxGenJS Presentation</dc:subject>
  <dc:creator>PptxGenJS</dc:creator>
  <cp:lastModifiedBy>PptxGenJS</cp:lastModifiedBy>
  <cp:revision>1</cp:revision>
  <dcterms:created xsi:type="dcterms:W3CDTF">2026-09-15T12:52:08Z</dcterms:created>
  <dcterms:modified xsi:type="dcterms:W3CDTF">2026-09-15T12:52:08Z</dcterms:modified>
</cp:coreProperties>
</file>